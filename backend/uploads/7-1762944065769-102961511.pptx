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12192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620713"/>
            <a:ext cx="10943167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1843088"/>
            <a:ext cx="10949517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F11D5DBE-F5FA-4ECA-8EEE-1F14786FB09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495ABC-CC82-4DA0-A89C-833F68F2FF1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11D5DBE-F5FA-4ECA-8EEE-1F14786FB09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495ABC-CC82-4DA0-A89C-833F68F2FF1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11D5DBE-F5FA-4ECA-8EEE-1F14786FB09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495ABC-CC82-4DA0-A89C-833F68F2FF1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11D5DBE-F5FA-4ECA-8EEE-1F14786FB09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495ABC-CC82-4DA0-A89C-833F68F2FF1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11D5DBE-F5FA-4ECA-8EEE-1F14786FB09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495ABC-CC82-4DA0-A89C-833F68F2FF1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11D5DBE-F5FA-4ECA-8EEE-1F14786FB09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495ABC-CC82-4DA0-A89C-833F68F2FF1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11D5DBE-F5FA-4ECA-8EEE-1F14786FB09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495ABC-CC82-4DA0-A89C-833F68F2FF1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11D5DBE-F5FA-4ECA-8EEE-1F14786FB09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495ABC-CC82-4DA0-A89C-833F68F2FF1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11D5DBE-F5FA-4ECA-8EEE-1F14786FB09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495ABC-CC82-4DA0-A89C-833F68F2FF1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11D5DBE-F5FA-4ECA-8EEE-1F14786FB09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495ABC-CC82-4DA0-A89C-833F68F2FF1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11D5DBE-F5FA-4ECA-8EEE-1F14786FB09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495ABC-CC82-4DA0-A89C-833F68F2FF1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F11D5DBE-F5FA-4ECA-8EEE-1F14786FB09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495ABC-CC82-4DA0-A89C-833F68F2FF1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PCSM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1: INTRODUCTION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computer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8204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What is a Computer?</a:t>
            </a:r>
            <a:endParaRPr lang="en-US" b="1" dirty="0"/>
          </a:p>
          <a:p>
            <a:r>
              <a:rPr lang="en-US" dirty="0"/>
              <a:t>A </a:t>
            </a:r>
            <a:r>
              <a:rPr lang="en-US" b="1" dirty="0"/>
              <a:t>computer</a:t>
            </a:r>
            <a:r>
              <a:rPr lang="en-US" dirty="0"/>
              <a:t> is an electronic device that processes data and performs tasks according to a set of instructions (program)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Components of a Computer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Hardware</a:t>
            </a:r>
            <a:r>
              <a:rPr lang="en-US" dirty="0"/>
              <a:t>: The physical parts of a computer.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Input devices</a:t>
            </a:r>
            <a:r>
              <a:rPr lang="en-US" dirty="0"/>
              <a:t>: Keyboard, mouse, scanner.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Output devices</a:t>
            </a:r>
            <a:r>
              <a:rPr lang="en-US" dirty="0"/>
              <a:t>: Monitor, printer, speakers.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Storage devices</a:t>
            </a:r>
            <a:r>
              <a:rPr lang="en-US" dirty="0"/>
              <a:t>: Hard drives, SSDs, USB drives.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Processing unit</a:t>
            </a:r>
            <a:r>
              <a:rPr lang="en-US" dirty="0"/>
              <a:t>: Central Processing Unit (CPU) — the brain of the computer.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e) Memory</a:t>
            </a:r>
            <a:r>
              <a:rPr lang="en-US" dirty="0"/>
              <a:t>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RAM (Random Access Memory)</a:t>
            </a:r>
            <a:r>
              <a:rPr lang="en-US" dirty="0"/>
              <a:t>: Temporary storage for currently used data.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ROM (Read-Only Memory)</a:t>
            </a:r>
            <a:r>
              <a:rPr lang="en-US" dirty="0"/>
              <a:t>: Permanent storage for critical data like boot firmware.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Software</a:t>
            </a:r>
            <a:r>
              <a:rPr lang="en-US" dirty="0"/>
              <a:t>: The instructions that tell the hardware what to do.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System Software</a:t>
            </a:r>
            <a:r>
              <a:rPr lang="en-US" dirty="0"/>
              <a:t>: Operating Systems (e.g., Windows, Linux).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Application Software</a:t>
            </a:r>
            <a:r>
              <a:rPr lang="en-US" dirty="0"/>
              <a:t>: Programs for specific tasks (e.g., MS Word, web browsers).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Representation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Computers use the </a:t>
            </a:r>
            <a:r>
              <a:rPr lang="en-US" b="1" dirty="0"/>
              <a:t>binary number system</a:t>
            </a:r>
            <a:r>
              <a:rPr lang="en-US" dirty="0"/>
              <a:t> (0s and 1s) to represent and process data.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Units of data measurement: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Bit</a:t>
            </a:r>
            <a:r>
              <a:rPr lang="en-US" dirty="0"/>
              <a:t>: Smallest unit (0 or 1).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Byte</a:t>
            </a:r>
            <a:r>
              <a:rPr lang="en-US" dirty="0"/>
              <a:t>: 8 bits.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Larger units: KB, MB, GB, TB, PB, etc.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466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Types of Computers</a:t>
            </a:r>
            <a:endParaRPr lang="en-US" b="1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Desktop Computers</a:t>
            </a:r>
            <a:r>
              <a:rPr lang="en-US" dirty="0"/>
              <a:t>: Designed for individual use at a desk.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Laptops and Notebooks</a:t>
            </a:r>
            <a:r>
              <a:rPr lang="en-US" dirty="0"/>
              <a:t>: Portable computers.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Tablets and Smartphones</a:t>
            </a:r>
            <a:r>
              <a:rPr lang="en-US" dirty="0"/>
              <a:t>: Handheld computing devices.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Servers</a:t>
            </a:r>
            <a:r>
              <a:rPr lang="en-US" dirty="0"/>
              <a:t>: Computers that manage network resources.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Supercomputers</a:t>
            </a:r>
            <a:r>
              <a:rPr lang="en-US" dirty="0"/>
              <a:t>: High-performance machines for complex calculations.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724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0086"/>
            <a:ext cx="10515600" cy="56279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Computer Networks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Networking</a:t>
            </a:r>
            <a:r>
              <a:rPr lang="en-US" dirty="0"/>
              <a:t>: Connecting multiple computers to share resources.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Types:</a:t>
            </a:r>
            <a:endParaRPr lang="en-US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b="1" dirty="0"/>
              <a:t>LAN (Local Area Network)</a:t>
            </a:r>
            <a:r>
              <a:rPr lang="en-US" dirty="0"/>
              <a:t>: Covers a small area like an office.</a:t>
            </a:r>
            <a:endParaRPr lang="en-US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b="1" dirty="0"/>
              <a:t>WAN (Wide Area Network)</a:t>
            </a:r>
            <a:r>
              <a:rPr lang="en-US" dirty="0"/>
              <a:t>: Covers large areas, like the Internet.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Common devices: Routers, switches, modems.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Operating Systems</a:t>
            </a:r>
            <a:endParaRPr lang="en-US" b="1" dirty="0"/>
          </a:p>
          <a:p>
            <a:r>
              <a:rPr lang="en-US" dirty="0"/>
              <a:t>The OS manages hardware and software, enabling user interaction with the computer. Examples: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Windows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macOS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Linux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Android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iOS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5589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Basic Functions of a Computer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6914"/>
            <a:ext cx="10831286" cy="52578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Input</a:t>
            </a:r>
            <a:r>
              <a:rPr lang="en-US" dirty="0"/>
              <a:t>: Receiving data (e.g., typing on a keyboard).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Processing</a:t>
            </a:r>
            <a:r>
              <a:rPr lang="en-US" dirty="0"/>
              <a:t>: Performing calculations and logical operations (handled by the CPU).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Storage</a:t>
            </a:r>
            <a:r>
              <a:rPr lang="en-US" dirty="0"/>
              <a:t>: Saving data (temporary or permanent).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Output</a:t>
            </a:r>
            <a:r>
              <a:rPr lang="en-US" dirty="0"/>
              <a:t>: Displaying results (e.g., on a screen).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Basic Troubleshooting Concepts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Rebooting</a:t>
            </a:r>
            <a:r>
              <a:rPr lang="en-US" dirty="0"/>
              <a:t>: Restarting a system to fix minor issues.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Software Updates</a:t>
            </a:r>
            <a:r>
              <a:rPr lang="en-US" dirty="0"/>
              <a:t>: Keeping programs and OS up-to-date.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Virus Scans</a:t>
            </a:r>
            <a:r>
              <a:rPr lang="en-US" dirty="0"/>
              <a:t>: Ensuring the system is free from malicious software.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Importance of Computers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in education, healthcare, business, entertainment, communication, and scientific research.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 automation and efficiency.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1. Education</a:t>
            </a:r>
            <a:endParaRPr lang="en-US" b="1" dirty="0"/>
          </a:p>
          <a:p>
            <a:r>
              <a:rPr lang="en-US" dirty="0"/>
              <a:t>Computers have transformed how people learn and teach, offering tools and resources for a more effective educational experience.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E-learning platforms</a:t>
            </a:r>
            <a:r>
              <a:rPr lang="en-US" dirty="0"/>
              <a:t>: Websites and applications like Khan Academy, Coursera, and Zoom allow students to learn remotely.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Access to information</a:t>
            </a:r>
            <a:r>
              <a:rPr lang="en-US" dirty="0"/>
              <a:t>: The Internet, accessible via computers, provides vast resources such as e-books, research papers, and tutorials.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Interactive learning</a:t>
            </a:r>
            <a:r>
              <a:rPr lang="en-US" dirty="0"/>
              <a:t>: Tools like virtual labs, simulations, and educational software make complex topics easier to understand.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Administrative efficiency</a:t>
            </a:r>
            <a:r>
              <a:rPr lang="en-US" dirty="0"/>
              <a:t>: Schools and universities use computers for managing records, scheduling, and communication.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2. Healthcare</a:t>
            </a:r>
            <a:endParaRPr lang="en-US" b="1" dirty="0"/>
          </a:p>
          <a:p>
            <a:r>
              <a:rPr lang="en-US" dirty="0"/>
              <a:t>Computers play a vital role in improving patient care and streamlining healthcare systems.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Electronic Health Records (EHRs)</a:t>
            </a:r>
            <a:r>
              <a:rPr lang="en-US" dirty="0"/>
              <a:t>: Enable accurate, centralized patient record management, improving diagnosis and treatment.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Medical imaging</a:t>
            </a:r>
            <a:r>
              <a:rPr lang="en-US" dirty="0"/>
              <a:t>: Advanced computing technologies support MRI, CT scans, and X-rays for accurate diagnoses.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Telemedicine</a:t>
            </a:r>
            <a:r>
              <a:rPr lang="en-US" dirty="0"/>
              <a:t>: Computers facilitate virtual consultations, allowing patients in remote areas to access healthcare.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Research and drug development</a:t>
            </a:r>
            <a:r>
              <a:rPr lang="en-US" dirty="0"/>
              <a:t>: Simulations and data analysis tools speed up the development of new medicines and treatments.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75657"/>
            <a:ext cx="10515600" cy="500130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3. Business</a:t>
            </a:r>
            <a:endParaRPr lang="en-US" b="1" dirty="0"/>
          </a:p>
          <a:p>
            <a:r>
              <a:rPr lang="en-US" dirty="0"/>
              <a:t>Computers are indispensable in modern business, enabling productivity and growth across industries.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Automation</a:t>
            </a:r>
            <a:r>
              <a:rPr lang="en-US" dirty="0"/>
              <a:t>: Tasks like payroll processing, inventory management, and customer relationship management (CRM) are streamlined.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Data analysis</a:t>
            </a:r>
            <a:r>
              <a:rPr lang="en-US" dirty="0"/>
              <a:t>: Businesses use tools like spreadsheets and specialized software to make data-driven decisions.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Global communication</a:t>
            </a:r>
            <a:r>
              <a:rPr lang="en-US" dirty="0"/>
              <a:t>: Email, video conferencing, and collaboration tools enable businesses to operate globally.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E-commerce</a:t>
            </a:r>
            <a:r>
              <a:rPr lang="en-US" dirty="0"/>
              <a:t>: Platforms like Amazon and Shopify rely on computers for operations, from inventory management to customer interactions.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573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99458"/>
            <a:ext cx="10515600" cy="552994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4. Entertainment</a:t>
            </a:r>
            <a:endParaRPr lang="en-US" b="1" dirty="0"/>
          </a:p>
          <a:p>
            <a:r>
              <a:rPr lang="en-US" dirty="0"/>
              <a:t>The entertainment industry has been revolutionized by computers, offering diverse and immersive experiences.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Content creation</a:t>
            </a:r>
            <a:r>
              <a:rPr lang="en-US" dirty="0"/>
              <a:t>: Computers are used in film editing, animation, and music production.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Gaming</a:t>
            </a:r>
            <a:r>
              <a:rPr lang="en-US" dirty="0"/>
              <a:t>: High-performance computers power sophisticated video games and virtual reality experiences.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Streaming</a:t>
            </a:r>
            <a:r>
              <a:rPr lang="en-US" dirty="0"/>
              <a:t>: Platforms like Netflix and YouTube use computers and servers to deliver on-demand entertainment.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Social media</a:t>
            </a:r>
            <a:r>
              <a:rPr lang="en-US" dirty="0"/>
              <a:t>: Computers enable users to create and consume content on platforms like Instagram, TikTok, and Facebook.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78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4772"/>
            <a:ext cx="10515600" cy="555171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5. Communication</a:t>
            </a:r>
            <a:endParaRPr lang="en-US" b="1" dirty="0"/>
          </a:p>
          <a:p>
            <a:r>
              <a:rPr lang="en-US" dirty="0"/>
              <a:t>Computers have made global communication instantaneous and accessible.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Email and messaging</a:t>
            </a:r>
            <a:r>
              <a:rPr lang="en-US" dirty="0"/>
              <a:t>: Services like Gmail, WhatsApp, and Slack enable efficient communication.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Video conferencing</a:t>
            </a:r>
            <a:r>
              <a:rPr lang="en-US" dirty="0"/>
              <a:t>: Tools like Zoom and Microsoft Teams allow face-to-face interaction across distances.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Social networking</a:t>
            </a:r>
            <a:r>
              <a:rPr lang="en-US" dirty="0"/>
              <a:t>: Platforms help individuals and businesses connect, share ideas, and build communities.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Global reach</a:t>
            </a:r>
            <a:r>
              <a:rPr lang="en-US" dirty="0"/>
              <a:t>: The Internet, powered by computer networks, enables people worldwide to interact and collaborate.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370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1229"/>
            <a:ext cx="10515600" cy="5486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6. Scientific Research</a:t>
            </a:r>
            <a:endParaRPr lang="en-US" b="1" dirty="0"/>
          </a:p>
          <a:p>
            <a:r>
              <a:rPr lang="en-US" dirty="0"/>
              <a:t>Computers accelerate discoveries and improve the precision of scientific endeavors.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Simulations and modeling</a:t>
            </a:r>
            <a:r>
              <a:rPr lang="en-US" dirty="0"/>
              <a:t>: Researchers use computers to simulate complex systems, like climate change models or molecular structures.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Data analysis</a:t>
            </a:r>
            <a:r>
              <a:rPr lang="en-US" dirty="0"/>
              <a:t>: Supercomputers process massive datasets for fields like genomics and astrophysics.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Space exploration</a:t>
            </a:r>
            <a:r>
              <a:rPr lang="en-US" dirty="0"/>
              <a:t>: NASA and other organizations use computers for spacecraft navigation, simulations, and analyzing data from space missions.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/>
              <a:t>Artificial intelligence</a:t>
            </a:r>
            <a:r>
              <a:rPr lang="en-US" dirty="0"/>
              <a:t>: Scientists use AI-powered computers to solve problems, from natural language processing to predictive modeling.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3189"/>
          </a:xfrm>
        </p:spPr>
        <p:txBody>
          <a:bodyPr/>
          <a:lstStyle/>
          <a:p>
            <a:r>
              <a:rPr lang="en-US" dirty="0"/>
              <a:t>Hardware Support and Maintenance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8314"/>
            <a:ext cx="10515600" cy="564968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1. Diagnostic Tools</a:t>
            </a:r>
            <a:endParaRPr lang="en-US" b="1" dirty="0"/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Multimeter</a:t>
            </a:r>
            <a:r>
              <a:rPr lang="en-US" dirty="0"/>
              <a:t>: Measures electrical properties like voltage and current in circuits.</a:t>
            </a:r>
            <a:endParaRPr lang="en-US" dirty="0"/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POST (Power-On Self-Test) Cards</a:t>
            </a:r>
            <a:r>
              <a:rPr lang="en-US" dirty="0"/>
              <a:t>: Diagnose startup issues by monitoring hardware during boot.</a:t>
            </a:r>
            <a:endParaRPr lang="en-US" dirty="0"/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Thermal Scanners</a:t>
            </a:r>
            <a:r>
              <a:rPr lang="en-US" dirty="0"/>
              <a:t>: Detect overheating in components like CPUs and GPUs.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2. Repair Tools</a:t>
            </a:r>
            <a:endParaRPr lang="en-US" b="1" dirty="0"/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Screwdrivers and Toolkits</a:t>
            </a:r>
            <a:r>
              <a:rPr lang="en-US" dirty="0"/>
              <a:t>: Used for assembling/disassembling components.</a:t>
            </a:r>
            <a:endParaRPr lang="en-US" dirty="0"/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Anti-Static Wrist Straps</a:t>
            </a:r>
            <a:r>
              <a:rPr lang="en-US" dirty="0"/>
              <a:t>: Prevent electrostatic discharge (ESD) when handling sensitive components.</a:t>
            </a:r>
            <a:endParaRPr lang="en-US" dirty="0"/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Compressed Air Cans</a:t>
            </a:r>
            <a:r>
              <a:rPr lang="en-US" dirty="0"/>
              <a:t>: Remove dust from hardware like keyboards and vents.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3. Monitoring Tools</a:t>
            </a:r>
            <a:endParaRPr lang="en-US" b="1" dirty="0"/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Temperature Monitoring Tools</a:t>
            </a:r>
            <a:r>
              <a:rPr lang="en-US" dirty="0"/>
              <a:t>: Track CPU/GPU temperatures to avoid overheating (e.g., </a:t>
            </a:r>
            <a:r>
              <a:rPr lang="en-US" dirty="0" err="1"/>
              <a:t>HWMonitor</a:t>
            </a:r>
            <a:r>
              <a:rPr lang="en-US" dirty="0"/>
              <a:t>).</a:t>
            </a:r>
            <a:endParaRPr lang="en-US" dirty="0"/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Power Supply Testers</a:t>
            </a:r>
            <a:r>
              <a:rPr lang="en-US" dirty="0"/>
              <a:t>: Check if the PSU is delivering proper voltages.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Support and Maintenance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System Utilities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Disk Cleanup Tools</a:t>
            </a:r>
            <a:r>
              <a:rPr lang="en-US" dirty="0"/>
              <a:t>: Remove unnecessary files to free up storage.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Examples: Windows Disk Cleanup, CCleaner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Defragmentation Tools</a:t>
            </a:r>
            <a:r>
              <a:rPr lang="en-US" dirty="0"/>
              <a:t>: Optimize hard drives by reorganizing fragmented data.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Examples: Windows Defragmenter, </a:t>
            </a:r>
            <a:r>
              <a:rPr lang="en-US" dirty="0" err="1"/>
              <a:t>Auslogics</a:t>
            </a:r>
            <a:r>
              <a:rPr lang="en-US" dirty="0"/>
              <a:t> Disk Defrag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2. Monitoring and Diagnostic Software</a:t>
            </a:r>
            <a:endParaRPr lang="en-US" b="1" dirty="0"/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System Monitoring</a:t>
            </a:r>
            <a:r>
              <a:rPr lang="en-US" dirty="0"/>
              <a:t>: Track performance metrics like CPU, memory, and disk usage.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Examples: Task Manager (Windows), </a:t>
            </a:r>
            <a:r>
              <a:rPr lang="en-US" dirty="0" err="1"/>
              <a:t>htop</a:t>
            </a:r>
            <a:r>
              <a:rPr lang="en-US" dirty="0"/>
              <a:t> (Linux), Resource Monitor</a:t>
            </a:r>
            <a:endParaRPr lang="en-US" dirty="0"/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Hardware Diagnostic Tools</a:t>
            </a:r>
            <a:r>
              <a:rPr lang="en-US" dirty="0"/>
              <a:t>: Test hardware functionality and health.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Examples: MemTest86 (RAM), </a:t>
            </a:r>
            <a:r>
              <a:rPr lang="en-US" dirty="0" err="1"/>
              <a:t>CrystalDiskInfo</a:t>
            </a:r>
            <a:r>
              <a:rPr lang="en-US" dirty="0"/>
              <a:t> (storage health)</a:t>
            </a:r>
            <a:endParaRPr lang="en-US" dirty="0"/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Event Log Viewers</a:t>
            </a:r>
            <a:r>
              <a:rPr lang="en-US" dirty="0"/>
              <a:t>: Analyze logs for errors or unusual activity.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Examples: Windows Event Viewer, </a:t>
            </a:r>
            <a:r>
              <a:rPr lang="en-US" dirty="0" err="1"/>
              <a:t>Loggly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3. Security and Malware Removal Tools</a:t>
            </a:r>
            <a:endParaRPr lang="en-US" b="1" dirty="0"/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Antivirus Software</a:t>
            </a:r>
            <a:r>
              <a:rPr lang="en-US" dirty="0"/>
              <a:t>: Detect and remove malware.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Examples: Norton, McAfee, Bitdefender</a:t>
            </a:r>
            <a:endParaRPr lang="en-US" dirty="0"/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Firewall Tools</a:t>
            </a:r>
            <a:r>
              <a:rPr lang="en-US" dirty="0"/>
              <a:t>: Protect systems from unauthorized access.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Examples: Windows Firewall, </a:t>
            </a:r>
            <a:r>
              <a:rPr lang="en-US" dirty="0" err="1"/>
              <a:t>ZoneAlarm</a:t>
            </a:r>
            <a:endParaRPr lang="en-US" dirty="0"/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Anti-Malware Tools</a:t>
            </a:r>
            <a:r>
              <a:rPr lang="en-US" dirty="0"/>
              <a:t>: Remove spyware, adware, and other malicious software.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Examples: Malwarebytes, Spybot Search &amp; Destroy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4. Backup and Recovery Tools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Backup Tools</a:t>
            </a:r>
            <a:r>
              <a:rPr lang="en-US" dirty="0"/>
              <a:t>: Automate regular data backups.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Examples: Acronis True Image, Veeam Backup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Recovery Tools</a:t>
            </a:r>
            <a:r>
              <a:rPr lang="en-US" dirty="0"/>
              <a:t>: Recover deleted or lost files.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Examples: </a:t>
            </a:r>
            <a:r>
              <a:rPr lang="en-US" dirty="0" err="1"/>
              <a:t>Recuva</a:t>
            </a:r>
            <a:r>
              <a:rPr lang="en-US" dirty="0"/>
              <a:t>, </a:t>
            </a:r>
            <a:r>
              <a:rPr lang="en-US" dirty="0" err="1"/>
              <a:t>EaseUS</a:t>
            </a:r>
            <a:r>
              <a:rPr lang="en-US" dirty="0"/>
              <a:t> Data Recovery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Support and Maintenance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1. Network Monitoring Tools</a:t>
            </a:r>
            <a:endParaRPr lang="en-US" b="1" dirty="0"/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Ping and Traceroute</a:t>
            </a:r>
            <a:r>
              <a:rPr lang="en-US" dirty="0"/>
              <a:t>: Basic tools to test connectivity and route paths.</a:t>
            </a:r>
            <a:endParaRPr lang="en-US" dirty="0"/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Advanced Network Tools</a:t>
            </a:r>
            <a:r>
              <a:rPr lang="en-US" dirty="0"/>
              <a:t>: Monitor traffic and detect issues.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Examples: Wireshark, SolarWinds, PRTG Network Monitor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2. Configuration and Troubleshooting Tools</a:t>
            </a:r>
            <a:endParaRPr lang="en-US" b="1" dirty="0"/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IP Address Managers</a:t>
            </a:r>
            <a:r>
              <a:rPr lang="en-US" dirty="0"/>
              <a:t>: Manage IP address allocation in networks.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Examples: Angry IP Scanner, Advanced IP Scanner</a:t>
            </a:r>
            <a:endParaRPr lang="en-US" dirty="0"/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Port Scanners</a:t>
            </a:r>
            <a:r>
              <a:rPr lang="en-US" dirty="0"/>
              <a:t>: Check for open or vulnerable ports.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Examples: Nmap, </a:t>
            </a:r>
            <a:r>
              <a:rPr lang="en-US" dirty="0" err="1"/>
              <a:t>Netcat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3.Remote Management Tools</a:t>
            </a:r>
            <a:endParaRPr lang="en-US" b="1" dirty="0"/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Remote Desktop Tools</a:t>
            </a:r>
            <a:r>
              <a:rPr lang="en-US" dirty="0"/>
              <a:t>: Allow administrators to manage systems remotely.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Examples: TeamViewer, </a:t>
            </a:r>
            <a:r>
              <a:rPr lang="en-US" dirty="0" err="1"/>
              <a:t>AnyDesk</a:t>
            </a:r>
            <a:r>
              <a:rPr lang="en-US" dirty="0"/>
              <a:t>, Remote Desktop Protocol (RDP)</a:t>
            </a:r>
            <a:endParaRPr lang="en-US" dirty="0"/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IT Service Management (ITSM)</a:t>
            </a:r>
            <a:r>
              <a:rPr lang="en-US" dirty="0"/>
              <a:t>: Track and resolve IT support requests.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Examples: ServiceNow, Zendesk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8437</Words>
  <Application>WPS Presentation</Application>
  <PresentationFormat>Widescreen</PresentationFormat>
  <Paragraphs>200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Orange Waves</vt:lpstr>
      <vt:lpstr>PCSM</vt:lpstr>
      <vt:lpstr>Introduction to computer concepts</vt:lpstr>
      <vt:lpstr>PowerPoint 演示文稿</vt:lpstr>
      <vt:lpstr>PowerPoint 演示文稿</vt:lpstr>
      <vt:lpstr>PowerPoint 演示文稿</vt:lpstr>
      <vt:lpstr>PowerPoint 演示文稿</vt:lpstr>
      <vt:lpstr> Basic Functions of a Computer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Hardware Support and Maintenance Tools</vt:lpstr>
      <vt:lpstr>PowerPoint 演示文稿</vt:lpstr>
      <vt:lpstr>Software Support and Maintenance Tools</vt:lpstr>
      <vt:lpstr>PowerPoint 演示文稿</vt:lpstr>
      <vt:lpstr>PowerPoint 演示文稿</vt:lpstr>
      <vt:lpstr>PowerPoint 演示文稿</vt:lpstr>
      <vt:lpstr>Network Support and Maintenance Tools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Merceline Atieno</dc:creator>
  <cp:lastModifiedBy>DX</cp:lastModifiedBy>
  <cp:revision>2</cp:revision>
  <dcterms:created xsi:type="dcterms:W3CDTF">2025-01-16T14:37:00Z</dcterms:created>
  <dcterms:modified xsi:type="dcterms:W3CDTF">2025-10-13T04:43:12Z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07E95B3913BF44D48973C60CAA40E580_12</vt:lpwstr>
  </property>
  <property fmtid="{D5CDD505-2E9C-101B-9397-08002B2CF9AE}" pid="3" name="KSOProductBuildVer">
    <vt:lpwstr>1033-12.2.0.22549</vt:lpwstr>
  </property>
</Properties>
</file>